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326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038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497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19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133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451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621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243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729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BA55740-CE72-4BE4-ABD7-82DDD2B7B71C}" type="datetimeFigureOut">
              <a:rPr lang="LID4096" smtClean="0"/>
              <a:t>01/19/2026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31AED4D-3583-4560-B924-2537E70880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16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1914-F6D8-EB0F-4EBA-565FC03C7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036915"/>
            <a:ext cx="8991600" cy="1645920"/>
          </a:xfrm>
        </p:spPr>
        <p:txBody>
          <a:bodyPr/>
          <a:lstStyle/>
          <a:p>
            <a:r>
              <a:rPr lang="en-US" dirty="0"/>
              <a:t>Search Engine Over English Wikipedia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AFC11-BD70-1656-8187-B86014C12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651720"/>
            <a:ext cx="6801612" cy="2407485"/>
          </a:xfrm>
        </p:spPr>
        <p:txBody>
          <a:bodyPr>
            <a:noAutofit/>
          </a:bodyPr>
          <a:lstStyle/>
          <a:p>
            <a:r>
              <a:rPr lang="en-US" sz="2400" b="1" dirty="0"/>
              <a:t>PRESENTERS:</a:t>
            </a:r>
          </a:p>
          <a:p>
            <a:br>
              <a:rPr lang="en-US" sz="2400" dirty="0"/>
            </a:br>
            <a:r>
              <a:rPr lang="en-US" sz="2400" dirty="0"/>
              <a:t>Niel Melekh</a:t>
            </a:r>
          </a:p>
          <a:p>
            <a:r>
              <a:rPr lang="en-US" sz="2400" dirty="0"/>
              <a:t>Noa Segev</a:t>
            </a:r>
          </a:p>
          <a:p>
            <a:r>
              <a:rPr lang="en-US" sz="2400" dirty="0"/>
              <a:t>Shaked </a:t>
            </a:r>
            <a:r>
              <a:rPr lang="en-US" sz="2400" dirty="0" err="1"/>
              <a:t>Farjun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868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4210-7153-F926-DA44-E07D0098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38121"/>
            <a:ext cx="7729728" cy="1188720"/>
          </a:xfrm>
        </p:spPr>
        <p:txBody>
          <a:bodyPr/>
          <a:lstStyle/>
          <a:p>
            <a:r>
              <a:rPr lang="en-US" dirty="0"/>
              <a:t>Main objective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D148-C7BD-5F8D-2BA8-7719CB9D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68356"/>
            <a:ext cx="7729728" cy="80750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Söhne"/>
              </a:rPr>
              <a:t>Develop an efficient search engine for querying the English Wikipedia corpus, focusing on accuracy and speed</a:t>
            </a:r>
            <a:endParaRPr lang="LID4096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F5F67-2E51-AC96-7A18-BC85A3698F2C}"/>
              </a:ext>
            </a:extLst>
          </p:cNvPr>
          <p:cNvSpPr txBox="1">
            <a:spLocks/>
          </p:cNvSpPr>
          <p:nvPr/>
        </p:nvSpPr>
        <p:spPr>
          <a:xfrm>
            <a:off x="2231136" y="4082142"/>
            <a:ext cx="7729728" cy="2137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Söhne"/>
              </a:rPr>
              <a:t>BM25 ranking over body text only</a:t>
            </a: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Separate indexing of title, body and anchor text</a:t>
            </a: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Porter stemming</a:t>
            </a: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Page id to title mapping</a:t>
            </a: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Large scale information storage and retrieval from Google Cloud Storage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BE0B5C-BCC3-ACE7-D384-84E4A7097EDE}"/>
              </a:ext>
            </a:extLst>
          </p:cNvPr>
          <p:cNvSpPr txBox="1">
            <a:spLocks/>
          </p:cNvSpPr>
          <p:nvPr/>
        </p:nvSpPr>
        <p:spPr>
          <a:xfrm>
            <a:off x="2231136" y="3274641"/>
            <a:ext cx="7729728" cy="80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u="sng" dirty="0"/>
              <a:t>Features:</a:t>
            </a:r>
            <a:endParaRPr lang="LID4096" sz="3600" u="sng" dirty="0"/>
          </a:p>
        </p:txBody>
      </p:sp>
    </p:spTree>
    <p:extLst>
      <p:ext uri="{BB962C8B-B14F-4D97-AF65-F5344CB8AC3E}">
        <p14:creationId xmlns:p14="http://schemas.microsoft.com/office/powerpoint/2010/main" val="58907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94A5-78F5-40AF-D2C8-EF40788D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endpoints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596D-EFE1-683E-A885-BEF5F6DF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search:  The main search engine, uses BM25 ranking over page bodies. Showed the best ratio of accuracy to speed</a:t>
            </a:r>
          </a:p>
          <a:p>
            <a:r>
              <a:rPr lang="en-US" dirty="0" err="1"/>
              <a:t>search_body</a:t>
            </a:r>
            <a:r>
              <a:rPr lang="en-US" dirty="0"/>
              <a:t>:  </a:t>
            </a:r>
            <a:r>
              <a:rPr lang="en-US" dirty="0" err="1"/>
              <a:t>tf-idf</a:t>
            </a:r>
            <a:r>
              <a:rPr lang="en-US" dirty="0"/>
              <a:t> weighted cosine similarity search and ranking over page bodies.</a:t>
            </a:r>
          </a:p>
          <a:p>
            <a:r>
              <a:rPr lang="en-US" dirty="0" err="1"/>
              <a:t>search_title</a:t>
            </a:r>
            <a:r>
              <a:rPr lang="en-US" dirty="0"/>
              <a:t>: Binary search and ranking over page titles.</a:t>
            </a:r>
          </a:p>
          <a:p>
            <a:r>
              <a:rPr lang="en-US" dirty="0" err="1"/>
              <a:t>search_anchor</a:t>
            </a:r>
            <a:r>
              <a:rPr lang="en-US" dirty="0"/>
              <a:t>: Binary search and ranking over anchor texts.</a:t>
            </a:r>
          </a:p>
          <a:p>
            <a:r>
              <a:rPr lang="en-US" dirty="0" err="1"/>
              <a:t>get_pageview</a:t>
            </a:r>
            <a:r>
              <a:rPr lang="en-US" dirty="0"/>
              <a:t>:  Lists the page views of the pages whose id was provided in the </a:t>
            </a:r>
            <a:r>
              <a:rPr lang="en-US" dirty="0" err="1"/>
              <a:t>json</a:t>
            </a:r>
            <a:r>
              <a:rPr lang="en-US" dirty="0"/>
              <a:t> payload during august of 2021.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4668706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45</TotalTime>
  <Words>154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Söhne</vt:lpstr>
      <vt:lpstr>Parcel</vt:lpstr>
      <vt:lpstr>Search Engine Over English Wikipedia</vt:lpstr>
      <vt:lpstr>Main objective</vt:lpstr>
      <vt:lpstr>Implemented endpoints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Page Jonathan</dc:creator>
  <cp:lastModifiedBy>Page Jonathan</cp:lastModifiedBy>
  <cp:revision>3</cp:revision>
  <dcterms:created xsi:type="dcterms:W3CDTF">2026-01-19T16:41:59Z</dcterms:created>
  <dcterms:modified xsi:type="dcterms:W3CDTF">2026-01-19T18:04:12Z</dcterms:modified>
</cp:coreProperties>
</file>